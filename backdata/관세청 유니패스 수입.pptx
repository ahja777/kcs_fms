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38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CBBC37-0CAC-48AF-887E-D5C4ECCB0C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0A2EFE9-5D85-4961-A608-C00B4A0BED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08FA52-303C-4F57-9045-B4F534E06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7AC01-B045-46E8-A6E0-7B186FA3A5A6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6C7D53-ABD1-441D-B0C2-E216518B0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74D2A6-F268-41B1-B4F9-4111E65A2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FEEE9-588A-49C9-A75B-9D630C44F2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8359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D288DF-82BD-4630-A004-D1A97FF19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077B4B-935C-4B7B-BCC7-6083C1E9D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5C2CEF-3A7D-4B46-A284-2EAF830AA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7AC01-B045-46E8-A6E0-7B186FA3A5A6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74C7C9-3E14-41B9-AF0B-26F2346A2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6C9698-B87A-414F-A3C9-53F0253DC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FEEE9-588A-49C9-A75B-9D630C44F2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549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D2E039-B29B-443F-81E3-F20A9A434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8DAE0B1-FB70-4D91-B75A-3CA3D3C2ED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53AF17-DF4C-4BC7-853C-E18052856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7AC01-B045-46E8-A6E0-7B186FA3A5A6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B19A6E-4E89-4AC7-812D-B1AF83B7B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1B7850-E136-46DF-8C3F-581214EF7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FEEE9-588A-49C9-A75B-9D630C44F2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3701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36AD63-AE2D-475D-ACEE-3D3162793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399B1B-C913-4170-B073-C8145E3C70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71D57E7-228A-4486-A2AB-D3B683B632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37A90C1-23BF-4D63-A967-7AFA5C902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7AC01-B045-46E8-A6E0-7B186FA3A5A6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5DC6BFF-DA37-4940-8799-4C9FDE8C4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D9F0AC7-E4B7-430F-82A0-3AE3B0A36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FEEE9-588A-49C9-A75B-9D630C44F2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3231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93483E-0838-4B43-99FD-0FD884840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F2CD53-655D-4C5E-AA75-D0CE7C9FF9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D3E0515-9FA3-486F-9685-80F30349B7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5B7FD3C-E961-4522-A743-5516B4D67D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CC10C89-6ECA-412E-B86F-973625AFE2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EB029D9-7B02-4794-97BF-AEDBC6434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7AC01-B045-46E8-A6E0-7B186FA3A5A6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A268DA2-3F4A-4FB1-AF0F-F8FBC65FE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4360A5E-2EA6-4E38-B562-C05EFE490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FEEE9-588A-49C9-A75B-9D630C44F2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980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968073-7279-404E-A467-48E64196C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114D711-36B3-49EF-9580-C0D20DC7D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7AC01-B045-46E8-A6E0-7B186FA3A5A6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3BAACF8-3F48-43EE-B20F-090D810C8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478E288-DCEE-4C3D-A708-AAC5BE60B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FEEE9-588A-49C9-A75B-9D630C44F2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8893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6A99B16-F648-4A80-B331-3B3842627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7AC01-B045-46E8-A6E0-7B186FA3A5A6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5E2054B-7E02-46EB-B38E-395683B53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4F4B23-CC98-45C7-96BA-D75108C3E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FEEE9-588A-49C9-A75B-9D630C44F2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543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7C5D0F-A251-45E4-B04A-58C7C8CFA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146C90-7D12-4264-BBB0-7D7B076C99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1B12DE6-BA28-4FE3-8A9B-343B539ED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0191F9D-1B43-4E9F-B843-35C2E2E0B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7AC01-B045-46E8-A6E0-7B186FA3A5A6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60D1BB9-007D-480E-A231-12B883FDF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6FE7F63-7D70-41BB-ABC6-DA2B6E50B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FEEE9-588A-49C9-A75B-9D630C44F2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945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850153-0923-4989-950C-46D234D63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542944B-B668-4977-8912-6EC31C2BAC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3ED84A6-A891-42DC-93A3-F360E7612B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561AD12-110A-4019-8B94-D578F0396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7AC01-B045-46E8-A6E0-7B186FA3A5A6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05263FB-5D7B-4BEA-BE2E-EB83AB379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F56D61F-DCE2-4847-A9F1-1EE63093B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FEEE9-588A-49C9-A75B-9D630C44F2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3955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3B58A9-74E3-42C6-9D79-368ED65DC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06B64C7-4F1A-4D84-85BD-03A7954569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D4B162-4356-487B-920B-30129831B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7AC01-B045-46E8-A6E0-7B186FA3A5A6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C70E05-EC4F-4D4C-9561-A498C3C07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F5719B-1EAC-4484-B78F-708454507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FEEE9-588A-49C9-A75B-9D630C44F2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719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2FE389C-7AF5-4ADB-B29F-4E3A701F15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60423B6-DEB1-4CB3-A6AC-FDFE08BB6C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E3ABEC-8778-4CE7-8046-BA0EC9B7B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7AC01-B045-46E8-A6E0-7B186FA3A5A6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A18269-0F70-454D-A1DD-110B2934E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D08951-2B05-4087-88BD-222EEF613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FEEE9-588A-49C9-A75B-9D630C44F2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3892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7CD92D7-4181-4FA2-B598-9CF7FE4C4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04C5655-AD6A-4C70-837A-ABE7F021EB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7C03E4-C4A5-4CF8-B153-B7D2A9285A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67AC01-B045-46E8-A6E0-7B186FA3A5A6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F2A422-E566-4CA7-AEF6-9364A9E840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E4C9D2-719B-4CD5-B928-EE3BADDE8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8FEEE9-588A-49C9-A75B-9D630C44F2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9652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25EEDEFD-03CD-42F5-ADE7-1B4FF6323D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313" y="522463"/>
            <a:ext cx="10165607" cy="314774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909C14B-C2AC-4EBC-8E5F-9B68967D1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13" y="3754827"/>
            <a:ext cx="10590223" cy="2798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488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A6CDECEF-ADD2-4DF0-9803-2F58A9AB6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724" y="524085"/>
            <a:ext cx="10720552" cy="2580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8735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와이드스크린</PresentationFormat>
  <Paragraphs>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hcw</dc:creator>
  <cp:lastModifiedBy>hcw</cp:lastModifiedBy>
  <cp:revision>1</cp:revision>
  <dcterms:created xsi:type="dcterms:W3CDTF">2026-02-04T05:20:30Z</dcterms:created>
  <dcterms:modified xsi:type="dcterms:W3CDTF">2026-02-04T05:22:51Z</dcterms:modified>
</cp:coreProperties>
</file>