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5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77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8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07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49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75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79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6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54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26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6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7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64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5A6C2-3B5B-43A3-A81A-C39A093F73FF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5AA84-C115-4E8E-9410-B12E875BB7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4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0B5B380-4860-4611-A8F1-4D4AEAC6B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2" y="117223"/>
            <a:ext cx="9440328" cy="33638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103FC2-3C00-40B6-A8A3-445788A5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9" y="3481026"/>
            <a:ext cx="9338536" cy="325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49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hcw</dc:creator>
  <cp:lastModifiedBy>hcw</cp:lastModifiedBy>
  <cp:revision>2</cp:revision>
  <dcterms:created xsi:type="dcterms:W3CDTF">2026-02-06T04:10:34Z</dcterms:created>
  <dcterms:modified xsi:type="dcterms:W3CDTF">2026-02-06T04:13:05Z</dcterms:modified>
</cp:coreProperties>
</file>